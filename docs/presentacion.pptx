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Tareas Universitarias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— Programación Web (IF2003), grupo 603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2801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· Parte no técnica y parte técnica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manejan al mismo tiempo varias materias, talleres, proyectos y exposiciones.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organizan con agendas físicas, grupos de mensajería o de memoria — sin un sistema centralizado.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olvidos, retrasos en las entregas y bajo rendimiento académico.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herramienta sencilla que permita organizar tareas, hacer seguimiento y recibir alertas oportunas.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828800"/>
            <a:ext cx="502920" cy="502920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principal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834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rendimiento académico por falta de organización y seguimiento centralizado.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para la gestión de tareas universitarias que permita a los estudiantes organizar sus actividades, hacer seguimiento a su progreso y administrar sus fechas de entrega.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crear y almacenar tareas asociadas a materias.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olvido de actividades con alertas visuales de vencimiento.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la consulta de pendientes desde una única interfaz.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filtrar tareas por materia y estado.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0" y="16459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D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17556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tarea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30175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D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31272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pendientes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43891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D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449884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mostradas correctamente por materia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EDF3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materias y tareas (crear, editar, eliminar).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fechas límite y estados.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asignatura.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 con vista de pendientes/completadas.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ED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plataformas universitarias externas.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entre usuarios o videollamadas.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automáticas.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calendarios externos.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NO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 — recorrido del estudiante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0360" y="23774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D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0360" y="2377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D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377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60920" y="23774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D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2377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01200" y="237744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DF3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0" y="2377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Tareas → Crear/Editar tarea → Dashboard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Materias → Crear/Editar materia → Dashboard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recorrido — reemplazar por las capturas reales del mockup en la entrega final.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principales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 · Registro de usuarios.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 · Inicio de sesión con correo y contraseña.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 · Creación de tareas.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 · Marcar tareas como completadas.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RF-11 · Administración de usuarios.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659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 · Páginas principales cargan en &lt; 3 segundos.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 · Contraseñas almacenadas cifradas.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 · Usable desde 360px de ancho (responsive).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 · Disponibilidad del 95% del tiempo.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permisos y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D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editar y eliminar tareas.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tareas como completadas.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tareas por materia y estado.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sus propias materias.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D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860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 registrados.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estadísticas globales del sistema.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materias del sistema.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el funcionamiento de la plataforma.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ambos roles ingresan con correo y contraseña; cada usuario solo accede a su propia información.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correo, contraseña, 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21945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nombre, descripcion, usuario_id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219456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7432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titulo, descripcion, fecha_limite, estado, materia_id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1—N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tiene muchas materias; una materia pertenece a un usuario.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materia tiene muchas tareas; una tarea pertenece a una materia.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Pantallas y flujo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(según opción elegida)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32918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78240" y="18288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0" y="1828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Login → Dashboard → Tareas / Materias / Estadísticas.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Administrador: Login → Panel administrativo → Gestión de usuarios / Estadísticas generales.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 y decisiones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con base de datos relacional.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únicamente mediante navegador.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entrega dentro del período académico del curso.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con fines educativos.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del equipo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659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para mantener el código organizado y mantenible.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Tailwind CSS para la interfaz, según lo indicado por el docente.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y datos aislados por usuario, por seguridad.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2026-09-26T04:23:27Z</dcterms:created>
  <dcterms:modified xsi:type="dcterms:W3CDTF">2026-09-26T04:23:27Z</dcterms:modified>
</cp:coreProperties>
</file>